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72fdb8167144a7" /><Relationship Type="http://schemas.openxmlformats.org/officeDocument/2006/relationships/extended-properties" Target="/docProps/app.xml" Id="Ra3993c1a9aff4193" /><Relationship Type="http://schemas.openxmlformats.org/officeDocument/2006/relationships/officeDocument" Target="/ppt/presentation.xml" Id="R2b3904fa2b5a4b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eca25453814543"/>
  </p:sldMasterIdLst>
  <p:notesMasterIdLst>
    <p:notesMasterId xmlns:r="http://schemas.openxmlformats.org/officeDocument/2006/relationships" r:id="R009873a3ea234c00"/>
  </p:notesMasterIdLst>
  <p:sldIdLst>
    <p:sldId xmlns:r="http://schemas.openxmlformats.org/officeDocument/2006/relationships" id="256" r:id="R57467f49aab7434d"/>
    <p:sldId xmlns:r="http://schemas.openxmlformats.org/officeDocument/2006/relationships" id="257" r:id="R5272de47c1c543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d85acf22324f16" /><Relationship Type="http://schemas.openxmlformats.org/officeDocument/2006/relationships/slideMaster" Target="/ppt/slideMasters/slideMaster1.xml" Id="Rebeca25453814543" /><Relationship Type="http://schemas.openxmlformats.org/officeDocument/2006/relationships/notesMaster" Target="/ppt/notesMasters/notesMaster1.xml" Id="R009873a3ea234c00" /><Relationship Type="http://schemas.openxmlformats.org/officeDocument/2006/relationships/presProps" Target="/ppt/presProps.xml" Id="R3997072b09a34b24" /><Relationship Type="http://schemas.openxmlformats.org/officeDocument/2006/relationships/tableStyles" Target="/ppt/tableStyles.xml" Id="Re805cdc63dbb4695" /><Relationship Type="http://schemas.openxmlformats.org/officeDocument/2006/relationships/slide" Target="/ppt/slides/slide1.xml" Id="R57467f49aab7434d" /><Relationship Type="http://schemas.openxmlformats.org/officeDocument/2006/relationships/slide" Target="/ppt/slides/slide2.xml" Id="R5272de47c1c543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3da05c712948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680391a7e349f4" /><Relationship Type="http://schemas.openxmlformats.org/officeDocument/2006/relationships/notesMaster" Target="/ppt/notesMasters/notesMaster1.xml" Id="Ra55dc5a1553e45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30a52dea8346f0" /><Relationship Type="http://schemas.openxmlformats.org/officeDocument/2006/relationships/notesMaster" Target="/ppt/notesMasters/notesMaster1.xml" Id="R34e6e7bc4d6f49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fc82c525b42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50f2f98cf74285" /><Relationship Type="http://schemas.openxmlformats.org/officeDocument/2006/relationships/slideLayout" Target="/ppt/slideLayouts/slideLayout1.xml" Id="R8200bf7d86734a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00bf7d86734a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5003528c44023" /><Relationship Type="http://schemas.openxmlformats.org/officeDocument/2006/relationships/notesSlide" Target="/ppt/notesSlides/notesSlide1.xml" Id="R89b832d8f16146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e1a036ef4485f" /><Relationship Type="http://schemas.openxmlformats.org/officeDocument/2006/relationships/notesSlide" Target="/ppt/notesSlides/notesSlide2.xml" Id="R48a8807377424f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BA8D7-887A-4C3C-B17C-1A079FD6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Quarterly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A34CF-A31A-48A5-88EB-C1AF864C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Unicode team: Zoë and 東京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69A30-A2BE-46F3-BCE5-7FCCDD70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The opening slide marker is SCARLET TERN.</a:t>
            </a:r>
          </a:p>
        </p:txBody>
      </p:sp>
    </p:spTree>
    <p:extLst>
      <p:ext uri="{BB962C8B-B14F-4D97-AF65-F5344CB8AC3E}">
        <p14:creationId xmlns:p14="http://schemas.microsoft.com/office/powerpoint/2010/main" val="846568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D7CA9-5BD8-4DA5-B430-5CC65810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Renewal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E7BE7-6D08-47B4-8662-E87AAE97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The last-slide marker is INDIGO PUFFIN.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1428750" y="2286000"/>
          <a:ext xmlns:a="http://schemas.openxmlformats.org/drawingml/2006/main" cx="9334500" cy="2190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667250"/>
                <a:gridCol w="4667250"/>
              </a:tblGrid>
              <a:tr h="10953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DCE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DCEAF2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Mika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TABLE ALBATROSS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777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2026-09-06T14:58:38.7660000Z</dcterms:created>
  <dcterms:modified xsi:type="dcterms:W3CDTF">2026-09-06T14:58:38.7660000Z</dcterms:modified>
</coreProperties>
</file>